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9144000" cy="5143500" type="screen16x9"/>
  <p:notesSz cx="6858000" cy="9144000"/>
  <p:embeddedFontLst>
    <p:embeddedFont>
      <p:font typeface="Google Sans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font" Target="fonts/font3.fntdata" /><Relationship Id="rId3" Type="http://schemas.openxmlformats.org/officeDocument/2006/relationships/slide" Target="slides/slide1.xml" /><Relationship Id="rId21" Type="http://schemas.openxmlformats.org/officeDocument/2006/relationships/viewProps" Target="viewProps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font" Target="fonts/font2.fntdata" /><Relationship Id="rId2" Type="http://schemas.openxmlformats.org/officeDocument/2006/relationships/slideMaster" Target="slideMasters/slideMaster2.xml" /><Relationship Id="rId16" Type="http://schemas.openxmlformats.org/officeDocument/2006/relationships/font" Target="fonts/font1.fntdata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notesMaster" Target="notesMasters/notesMaster1.xml" /><Relationship Id="rId23" Type="http://schemas.openxmlformats.org/officeDocument/2006/relationships/tableStyles" Target="tableStyles.xml" /><Relationship Id="rId10" Type="http://schemas.openxmlformats.org/officeDocument/2006/relationships/slide" Target="slides/slide8.xml" /><Relationship Id="rId19" Type="http://schemas.openxmlformats.org/officeDocument/2006/relationships/font" Target="fonts/font4.fntdata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6.jpeg" /><Relationship Id="rId5" Type="http://schemas.openxmlformats.org/officeDocument/2006/relationships/image" Target="../media/image5.jpeg" /><Relationship Id="rId4" Type="http://schemas.openxmlformats.org/officeDocument/2006/relationships/image" Target="../media/image4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r>
              <a:rPr lang="en-IN" sz="1800" b="1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Mythrasphere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r>
              <a:rPr lang="en-IN" sz="1800" b="1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M.Janani</a:t>
            </a:r>
            <a:r>
              <a:rPr lang="en-IN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Surya Kala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IN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Students lack easy access to reliable mentorship for academics, career, and personal guidance, creating a need for a simple platform to connect them with real mentors.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4EB5A-56AA-C69A-53C1-E7E031C881E2}"/>
              </a:ext>
            </a:extLst>
          </p:cNvPr>
          <p:cNvSpPr txBox="1"/>
          <p:nvPr/>
        </p:nvSpPr>
        <p:spPr>
          <a:xfrm>
            <a:off x="72000" y="1260000"/>
            <a:ext cx="60536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Saathi</a:t>
            </a:r>
            <a:r>
              <a:rPr lang="en-IN" dirty="0"/>
              <a:t> is a student support platform that connects students with experienced mentors for guidance in academics, career decisions, and mental well-being.
The platform allows users to explore different categories, view mentor profiles, and directly connect with mentors through a simple and user-friendly interface.</a:t>
            </a:r>
            <a:endParaRPr lang="en-US" dirty="0"/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79850" y="818549"/>
            <a:ext cx="8784300" cy="589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lang="en-IN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571500"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a. How is it different?
Unlike traditional platforms, </a:t>
            </a:r>
            <a:r>
              <a:rPr lang="en-IN" sz="1800" dirty="0" err="1">
                <a:latin typeface="Google Sans"/>
                <a:ea typeface="Google Sans"/>
                <a:cs typeface="Google Sans"/>
                <a:sym typeface="Google Sans"/>
              </a:rPr>
              <a:t>Saathi</a:t>
            </a: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 focuses on peer-to-peer mentorship and provides category-based guidance (study, safety, health, jobs) in one place.
B. How does it solve the problem?
It reduces confusion by:
Providing direct mentor access
c. USP
Simple and clean UI
Multi-category mentorship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70D0C-ECC2-A979-49CB-2E564C187BC4}"/>
              </a:ext>
            </a:extLst>
          </p:cNvPr>
          <p:cNvSpPr txBox="1"/>
          <p:nvPr/>
        </p:nvSpPr>
        <p:spPr>
          <a:xfrm>
            <a:off x="249725" y="1305256"/>
            <a:ext cx="45706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Registration &amp; Login</a:t>
            </a:r>
            <a:r>
              <a:rPr lang="en-IN" dirty="0"/>
              <a:t>
Category Selection (Study, Safety, Health, Jobs)
Mentor Listing
Mentor Profile View
Connect with Mentor
Chat Interface (basic prototype)
Clean and intuitive</a:t>
            </a:r>
            <a:r>
              <a:rPr lang="en-US" dirty="0"/>
              <a:t>basic prototype)Clean and intuitive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2F68F1-F4F0-F445-7C12-9F899DBE3ED6}"/>
              </a:ext>
            </a:extLst>
          </p:cNvPr>
          <p:cNvSpPr txBox="1"/>
          <p:nvPr/>
        </p:nvSpPr>
        <p:spPr>
          <a:xfrm>
            <a:off x="171050" y="1312336"/>
            <a:ext cx="45706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Mentor data is fetched dynamically from the database.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63273-7DAF-FCF7-7363-EDC10AD403D5}"/>
              </a:ext>
            </a:extLst>
          </p:cNvPr>
          <p:cNvSpPr txBox="1"/>
          <p:nvPr/>
        </p:nvSpPr>
        <p:spPr>
          <a:xfrm>
            <a:off x="171050" y="1649526"/>
            <a:ext cx="45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(App) → Frontend (UI) → Backend Server →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lang="en-IN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Design: </a:t>
            </a:r>
            <a:r>
              <a:rPr lang="en-IN" sz="1800" dirty="0" err="1">
                <a:latin typeface="Google Sans"/>
                <a:ea typeface="Google Sans"/>
                <a:cs typeface="Google Sans"/>
                <a:sym typeface="Google Sans"/>
              </a:rPr>
              <a:t>Figma</a:t>
            </a: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
Frontend (future): HTML, CSS, JavaScript
Backend (future): </a:t>
            </a:r>
            <a:r>
              <a:rPr lang="en-IN" sz="1800" dirty="0" err="1">
                <a:latin typeface="Google Sans"/>
                <a:ea typeface="Google Sans"/>
                <a:cs typeface="Google Sans"/>
                <a:sym typeface="Google Sans"/>
              </a:rPr>
              <a:t>Node.js</a:t>
            </a: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
Database (future): Firebase / MongoDB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lang="en-IN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Development: ₹0 (student project)
Tools: Free (</a:t>
            </a:r>
            <a:r>
              <a:rPr lang="en-IN" sz="1800" dirty="0" err="1">
                <a:latin typeface="Google Sans"/>
                <a:ea typeface="Google Sans"/>
                <a:cs typeface="Google Sans"/>
                <a:sym typeface="Google Sans"/>
              </a:rPr>
              <a:t>Figma</a:t>
            </a: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)
Hosting (future): Minimal / scalable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F8DA6F-5D70-EF99-B9DF-93A852948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15" y="1342741"/>
            <a:ext cx="1947248" cy="34860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E7BDDA-1C02-CF8C-71E4-B96838A0E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487" y="1291305"/>
            <a:ext cx="2579613" cy="3537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D917F6-0992-7D24-E2D6-CD9D0F069F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2522" y="1342741"/>
            <a:ext cx="2518955" cy="34860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lang="en-IN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Real-time chat system
AI-based mentor recommendation
Verified mentor system
Multi-language support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554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</a:t>
            </a: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Link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GitHub Public Repository : Will be added 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Demo Video Link : https://drive.google.com/file/d/1iSEdtyBEh2iW3soddW2-8bA7zaa1rTjs/view?usp=drivesdk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MVP Link : “</a:t>
            </a:r>
            <a:r>
              <a:rPr lang="en-IN" sz="1800" dirty="0" err="1">
                <a:latin typeface="Google Sans"/>
                <a:ea typeface="Google Sans"/>
                <a:cs typeface="Google Sans"/>
                <a:sym typeface="Google Sans"/>
              </a:rPr>
              <a:t>Figma</a:t>
            </a: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 Prototype Link (MVP)”</a:t>
            </a: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latin typeface="Google Sans"/>
                <a:ea typeface="Google Sans"/>
                <a:cs typeface="Google Sans"/>
                <a:sym typeface="Google Sans"/>
              </a:rPr>
              <a:t>Working Prototype Link : https://www.figma.com/proto/STBdHMMp1hshRj3rhg5Bot/Saathi?node-id=694-2&amp;p=f&amp;t=8HWDcsHufkpE1ELs-1&amp;scaling=min-zoom&amp;content-scaling=fixed&amp;page-id=0%3A1&amp;starting-point-node-id=14%3A65</a:t>
            </a:r>
          </a:p>
          <a:p>
            <a:pPr marL="4000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Janani Mummidi</cp:lastModifiedBy>
  <cp:revision>2</cp:revision>
  <dcterms:modified xsi:type="dcterms:W3CDTF">2026-04-28T07:28:46Z</dcterms:modified>
</cp:coreProperties>
</file>